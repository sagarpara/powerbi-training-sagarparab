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5388" autoAdjust="0"/>
  </p:normalViewPr>
  <p:slideViewPr>
    <p:cSldViewPr snapToGrid="0" snapToObjects="1">
      <p:cViewPr varScale="1">
        <p:scale>
          <a:sx n="62" d="100"/>
          <a:sy n="62" d="100"/>
        </p:scale>
        <p:origin x="828" y="44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3200" dirty="0"/>
              <a:t>Power BI Mentoring_Basic_v1.0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{F310C805-02FA-401C-B4B2-EDDE9DFF3543}TF8a9b5915-b8c7-461e-8cdd-693d48b5e32371f7b7e2_win32-4bf0b9a2ea37</Template>
  <TotalTime>2</TotalTime>
  <Words>426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Power BI Mentoring_Basic_v1.0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Sagar Parab</dc:creator>
  <cp:lastModifiedBy>Sagar Parab</cp:lastModifiedBy>
  <cp:revision>2</cp:revision>
  <dcterms:created xsi:type="dcterms:W3CDTF">2025-12-30T08:17:02Z</dcterms:created>
  <dcterms:modified xsi:type="dcterms:W3CDTF">2025-12-30T08:19:02Z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